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Huninn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Huninn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f5b107a7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f5b107a7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f5b107a7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f5b107a7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f5b107a7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f5b107a7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f5b107a7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f5b107a7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f5b107a7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f5b107a7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f5b107a7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f5b107a7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f5b107a7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f5b107a7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85763" y="1198364"/>
            <a:ext cx="4371975" cy="826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771525" y="2185988"/>
            <a:ext cx="360045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06301" y="2478881"/>
            <a:ext cx="4371975" cy="7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1" sz="2300" cap="none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06301" y="1635026"/>
            <a:ext cx="4371975" cy="843855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57175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614613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57175" y="863501"/>
            <a:ext cx="2272606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57175" y="1223367"/>
            <a:ext cx="2272606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612827" y="863501"/>
            <a:ext cx="2273498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612827" y="1223367"/>
            <a:ext cx="2273498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57175" y="153591"/>
            <a:ext cx="1692176" cy="653653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010966" y="153591"/>
            <a:ext cx="2875359" cy="329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57175" y="807244"/>
            <a:ext cx="1692176" cy="2638723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008162" y="2700338"/>
            <a:ext cx="3086100" cy="31879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008162" y="344686"/>
            <a:ext cx="3086100" cy="231457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008162" y="3019128"/>
            <a:ext cx="3086100" cy="452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298823" y="-141535"/>
            <a:ext cx="2545854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661940" y="1221582"/>
            <a:ext cx="3291483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04502" y="107157"/>
            <a:ext cx="3291483" cy="3386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去除這張投影片的文字，其他的全部保留，右下角的浮水印請拿掉"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38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1328275" y="1815950"/>
            <a:ext cx="47619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45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快樂的薛西佛斯</a:t>
            </a:r>
            <a:endParaRPr sz="45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去除這張投影片的文字，其他的全部保留，右下角的浮水印請拿掉"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 txBox="1"/>
          <p:nvPr/>
        </p:nvSpPr>
        <p:spPr>
          <a:xfrm>
            <a:off x="1370675" y="600625"/>
            <a:ext cx="4761900" cy="4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石頭是眾神給的。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山坡是眾神選的。 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那永遠滾落的結局， 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也是眾神寫好的。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但走下山的那段路，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是他自己的。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去除這張投影片的文字，其他的全部保留，右下角的浮水印請拿掉"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 txBox="1"/>
          <p:nvPr/>
        </p:nvSpPr>
        <p:spPr>
          <a:xfrm>
            <a:off x="1176900" y="741925"/>
            <a:ext cx="6790200" cy="4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你彎腰的弧度是自己的， 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掌心貼上泥土時的溫度是自己的，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天未亮就醒來， 那個睜開眼睛的瞬間，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是自己的。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去除這張投影片的文字，其他的全部保留，右下角的浮水印請拿掉"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8"/>
          <p:cNvSpPr txBox="1"/>
          <p:nvPr/>
        </p:nvSpPr>
        <p:spPr>
          <a:xfrm>
            <a:off x="1116350" y="1289475"/>
            <a:ext cx="60477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草會再長，你早就知道。 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土會再硬，你也知道。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你餵養的生命不記得你的名字。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但你作了選擇。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把文字拿掉，其餘的都不改變，把右下角的浮水印也拿掉"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/>
        </p:nvSpPr>
        <p:spPr>
          <a:xfrm>
            <a:off x="932625" y="1102150"/>
            <a:ext cx="5694600" cy="3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眾神能鑄造最精密的荒涼： 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不給傷口，只給重複；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不給深淵，只給一道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永遠透光卻永遠到不了的稜線。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把文字拿掉，其餘的都不改變，把右下角的浮水印也拿掉" id="159" name="Google Shape;1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 txBox="1"/>
          <p:nvPr/>
        </p:nvSpPr>
        <p:spPr>
          <a:xfrm>
            <a:off x="819600" y="621725"/>
            <a:ext cx="7263000" cy="3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他們忘了計算一件事。 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人會在徒勞裡找到節奏，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節奏裡長出意願，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意願裡，長出微笑。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薛西弗斯從未抵達終點。 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但每一次轉身的時刻， 他比眾神自由。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把文字拿掉，其餘的都不改變，把右下角的浮水印也拿掉"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1"/>
          <p:cNvSpPr txBox="1"/>
          <p:nvPr/>
        </p:nvSpPr>
        <p:spPr>
          <a:xfrm>
            <a:off x="748925" y="381450"/>
            <a:ext cx="6825000" cy="43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你問十天換來了什麼——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手上什麼也沒帶回來。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但脊椎記得一個 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沒有人命令過的彎度。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那是你的。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會一直知道， 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Huninn"/>
                <a:ea typeface="Huninn"/>
                <a:cs typeface="Huninn"/>
                <a:sym typeface="Huninn"/>
              </a:rPr>
              <a:t>薛西佛斯是快樂的。</a:t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Huninn"/>
              <a:ea typeface="Huninn"/>
              <a:cs typeface="Huninn"/>
              <a:sym typeface="Hunin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